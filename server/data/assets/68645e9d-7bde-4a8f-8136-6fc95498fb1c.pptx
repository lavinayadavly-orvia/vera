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6A36FF"/>
          </a:solidFill>
          <a:ln w="12700">
            <a:solidFill>
              <a:srgbClr val="6A36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744200" y="64008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DoneandDone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2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1: Overview of Uncontrolled Hypertension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DoneandDone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Presentation</dc:subject>
  <dc:creator>DoneandDone</dc:creator>
  <cp:lastModifiedBy>DoneandDone</cp:lastModifiedBy>
  <cp:revision>1</cp:revision>
  <dcterms:created xsi:type="dcterms:W3CDTF">2026-04-07T11:42:16Z</dcterms:created>
  <dcterms:modified xsi:type="dcterms:W3CDTF">2026-04-07T11:42:16Z</dcterms:modified>
</cp:coreProperties>
</file>